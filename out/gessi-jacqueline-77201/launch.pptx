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12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2735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פתחו מהתמונה. ברז לכיור של GESSI.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עובדות מאומתות בלבד. שדה חסר נשאר דגל.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המיצוב נשען על עיצוב מוקפד ואיכות וגימור ודקורטיבי + פרקטי.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קהל ראשי: אדריכלים ומעצבי פנים.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לומר בשקט, בלי סופרלטיבים.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כל תועלת נשענת על עובדה מאומתת.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שלוש השורות לזכור מתוך sales.md.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עד שהדגלים ייסגרו, לא לפרסם נתונים חסרים.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548640"/>
            <a:ext cx="7863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5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LAUNCH</a:t>
            </a:r>
            <a:endParaRPr lang="en-US" sz="5500" dirty="0"/>
          </a:p>
        </p:txBody>
      </p:sp>
      <p:sp>
        <p:nvSpPr>
          <p:cNvPr id="3" name="Text 1"/>
          <p:cNvSpPr/>
          <p:nvPr/>
        </p:nvSpPr>
        <p:spPr>
          <a:xfrm>
            <a:off x="320040" y="4160520"/>
            <a:ext cx="7863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5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LAUNCH</a:t>
            </a:r>
            <a:endParaRPr lang="en-US" sz="55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7178040" y="28712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INTERNAL GTM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720840" y="3054727"/>
            <a:ext cx="187452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85000" lnSpcReduction="10000"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GESSI Jacqueline 77201 / ברז לכיור</a:t>
            </a:r>
          </a:p>
        </p:txBody>
      </p:sp>
      <p:sp>
        <p:nvSpPr>
          <p:cNvPr id="8" name="Text 6"/>
          <p:cNvSpPr/>
          <p:nvPr/>
        </p:nvSpPr>
        <p:spPr>
          <a:xfrm>
            <a:off x="6342310" y="3205866"/>
            <a:ext cx="224028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BDBDBD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ברז לכיור של GESSI. כל פריט הוא אמירה עיצובית ולא רק פתרון.</a:t>
            </a:r>
          </a:p>
        </p:txBody>
      </p:sp>
      <p:sp>
        <p:nvSpPr>
          <p:cNvPr id="9" name="Text 7"/>
          <p:cNvSpPr/>
          <p:nvPr/>
        </p:nvSpPr>
        <p:spPr>
          <a:xfrm>
            <a:off x="7269480" y="251460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MARKETING PLAN FOR</a:t>
            </a:r>
            <a:endParaRPr lang="en-US" sz="820" dirty="0"/>
          </a:p>
          <a:p>
            <a:pPr marL="0" indent="0" algn="r">
              <a:buNone/>
            </a:pPr>
            <a:r>
              <a:rPr lang="en-US" sz="82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STAKEHOLDERS OR</a:t>
            </a:r>
            <a:endParaRPr lang="en-US" sz="820" dirty="0"/>
          </a:p>
          <a:p>
            <a:pPr marL="0" indent="0" algn="r">
              <a:buNone/>
            </a:pPr>
            <a:r>
              <a:rPr lang="en-US" sz="82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INTERNAL TEAM</a:t>
            </a:r>
            <a:endParaRPr lang="en-US" sz="820" dirty="0"/>
          </a:p>
        </p:txBody>
      </p:sp>
      <p:sp>
        <p:nvSpPr>
          <p:cNvPr id="10" name="Text 8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LAUNCH          PRODUCT LAUNCH          PRODUCT LAUNCH          PRODUCT LAUNCH          PRODUCT LAUNCH          PRODUCT LAUNCH          PRODUCT LAUNCH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27432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3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OVERVIEW</a:t>
            </a:r>
            <a:endParaRPr lang="en-US" sz="53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8001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OVERVIEW          PRODUCT OVERVIEW          PRODUCT OVERVIEW          PRODUCT OVERVIEW          PRODUCT OVERVIEW          PRODUCT OVERVIEW          PRODUCT OVERVIEW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591056"/>
            <a:ext cx="2743200" cy="3429000"/>
          </a:xfrm>
          <a:prstGeom prst="rect">
            <a:avLst/>
          </a:prstGeom>
          <a:solidFill>
            <a:srgbClr val="111111">
              <a:alpha val="92000"/>
            </a:srgbClr>
          </a:solidFill>
          <a:ln w="15240">
            <a:solidFill>
              <a:srgbClr val="5A5A5A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3794760" y="1627632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WHAT ARE WE LAUNCHING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94760" y="2157984"/>
            <a:ext cx="265176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 rtl="1">
              <a:buNone/>
            </a:pPr>
            <a:r>
              <a:rPr lang="en-US" sz="16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מוצר: </a:t>
            </a:r>
            <a:r>
              <a:rPr lang="en-US" sz="16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Jacqueline 77201</a:t>
            </a:r>
          </a:p>
          <a:p>
            <a:pPr marL="0" indent="0" algn="l" rtl="1">
              <a:buNone/>
            </a:pPr>
            <a:r>
              <a:rPr lang="en-US" sz="16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מותג / קולקציה: </a:t>
            </a:r>
            <a:r>
              <a:rPr lang="en-US" sz="16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GESSI / Jacqueline</a:t>
            </a:r>
          </a:p>
          <a:p>
            <a:pPr marL="0" indent="0" algn="l" rtl="1">
              <a:buNone/>
            </a:pPr>
            <a:r>
              <a:rPr lang="en-US" sz="16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קטגוריה: </a:t>
            </a:r>
            <a:r>
              <a:rPr lang="en-US" sz="16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ברז לכיור</a:t>
            </a:r>
          </a:p>
          <a:p>
            <a:pPr marL="0" indent="0" algn="l" rtl="1">
              <a:buNone/>
            </a:pPr>
            <a:r>
              <a:rPr lang="en-US" sz="16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מק"ט: </a:t>
            </a:r>
            <a:r>
              <a:rPr lang="en-US" sz="16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77201</a:t>
            </a:r>
          </a:p>
        </p:txBody>
      </p:sp>
      <p:sp>
        <p:nvSpPr>
          <p:cNvPr id="13" name="Text 11"/>
          <p:cNvSpPr/>
          <p:nvPr/>
        </p:nvSpPr>
        <p:spPr>
          <a:xfrm>
            <a:off x="6492240" y="162763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KEY PRODUCT FACTS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92240" y="1975104"/>
            <a:ext cx="1965960" cy="1353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9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גימור: 726 – Warm Bronze Br. PVD</a:t>
            </a:r>
          </a:p>
          <a:p>
            <a:pPr marL="0" indent="0" algn="l" rtl="1">
              <a:buNone/>
            </a:pPr>
            <a:r>
              <a:rPr lang="en-US" sz="9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מאפיינים: Low spout without waste · With connecting flexibles · Horn-effect lever · Swivel spout</a:t>
            </a:r>
          </a:p>
          <a:p>
            <a:pPr marL="0" indent="0" algn="l" rtl="1">
              <a:buNone/>
            </a:pPr>
            <a:r>
              <a:rPr lang="en-US" sz="9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מידות (מ"מ): H 275 mm × W 80 mm × D 220 mm</a:t>
            </a:r>
          </a:p>
          <a:p>
            <a:pPr marL="0" indent="0" algn="l" rtl="1">
              <a:buNone/>
            </a:pPr>
            <a:r>
              <a:rPr lang="en-US" sz="9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מחיר: 5,000 ₪</a:t>
            </a:r>
          </a:p>
          <a:p>
            <a:pPr marL="0" indent="0" algn="l" rtl="1">
              <a:buNone/>
            </a:pPr>
            <a:r>
              <a:rPr lang="en-US" sz="9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דרגת מחיר: signature</a:t>
            </a:r>
          </a:p>
        </p:txBody>
      </p:sp>
      <p:sp>
        <p:nvSpPr>
          <p:cNvPr id="15" name="Shape 13"/>
          <p:cNvSpPr/>
          <p:nvPr/>
        </p:nvSpPr>
        <p:spPr>
          <a:xfrm>
            <a:off x="3794760" y="3474720"/>
            <a:ext cx="4663440" cy="0"/>
          </a:xfrm>
          <a:prstGeom prst="line">
            <a:avLst/>
          </a:prstGeom>
          <a:noFill/>
          <a:ln w="1016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3794760" y="373075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ONE-LINER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94760" y="4050792"/>
            <a:ext cx="466344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8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ברז לכיור של GESSI. כל פריט הוא אמירה עיצובית ולא רק פתרון.</a:t>
            </a:r>
          </a:p>
        </p:txBody>
      </p:sp>
      <p:pic>
        <p:nvPicPr>
          <p:cNvPr id="18" name="Picture 17" descr="gessi-jacqueline-77201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33956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65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POSITIONING</a:t>
            </a:r>
            <a:endParaRPr lang="en-US" sz="6500" dirty="0"/>
          </a:p>
        </p:txBody>
      </p:sp>
      <p:sp>
        <p:nvSpPr>
          <p:cNvPr id="3" name="Text 1"/>
          <p:cNvSpPr/>
          <p:nvPr/>
        </p:nvSpPr>
        <p:spPr>
          <a:xfrm>
            <a:off x="566928" y="768096"/>
            <a:ext cx="8001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POSITIONING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POSITIONING          POSITIONING          POSITIONING          POSITIONING          POSITIONING          POSITIONING          POSITIONING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76072" y="190195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1.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50976" y="2118675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CORE POSITIONING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50976" y="2386584"/>
            <a:ext cx="2240280" cy="11704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ברז לכיור מבית GESSI, שנבחר ל-MODY בזכות עיצוב מוקפד ואיכות וגימור. יצרנית איטלקית של ברזים ופתרונות Wellness לחדר הרחצה.</a:t>
            </a:r>
          </a:p>
        </p:txBody>
      </p:sp>
      <p:sp>
        <p:nvSpPr>
          <p:cNvPr id="11" name="Text 9"/>
          <p:cNvSpPr/>
          <p:nvPr/>
        </p:nvSpPr>
        <p:spPr>
          <a:xfrm>
            <a:off x="3227832" y="263347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2.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11880" y="301752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VALUE PROPOSITION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11880" y="3250745"/>
            <a:ext cx="2240280" cy="11704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עיצוב בינלאומי מוקפד, שנבחר בקפידה, ומגיע אליך עם ליווי מקצועי.</a:t>
            </a:r>
          </a:p>
        </p:txBody>
      </p:sp>
      <p:sp>
        <p:nvSpPr>
          <p:cNvPr id="14" name="Text 12"/>
          <p:cNvSpPr/>
          <p:nvPr/>
        </p:nvSpPr>
        <p:spPr>
          <a:xfrm>
            <a:off x="5925312" y="336499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3.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72784" y="3752193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DIFFERENTIATOR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72784" y="3971649"/>
            <a:ext cx="2057400" cy="11247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הקולקציה הראשונה של Gessi שנוצרה משורשי במבוק אמיתי.</a:t>
            </a:r>
          </a:p>
        </p:txBody>
      </p:sp>
      <p:sp>
        <p:nvSpPr>
          <p:cNvPr id="17" name="Shape 15"/>
          <p:cNvSpPr/>
          <p:nvPr/>
        </p:nvSpPr>
        <p:spPr>
          <a:xfrm>
            <a:off x="315468" y="1835211"/>
            <a:ext cx="502920" cy="502920"/>
          </a:xfrm>
          <a:prstGeom prst="arc">
            <a:avLst/>
          </a:prstGeom>
          <a:solidFill>
            <a:srgbClr val="000000">
              <a:alpha val="0"/>
            </a:srgbClr>
          </a:solidFill>
          <a:ln w="25400">
            <a:solidFill>
              <a:srgbClr val="5A5A5A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18" name="Shape 16"/>
          <p:cNvSpPr/>
          <p:nvPr/>
        </p:nvSpPr>
        <p:spPr>
          <a:xfrm>
            <a:off x="2976372" y="2555695"/>
            <a:ext cx="502920" cy="502920"/>
          </a:xfrm>
          <a:prstGeom prst="arc">
            <a:avLst/>
          </a:prstGeom>
          <a:solidFill>
            <a:srgbClr val="000000">
              <a:alpha val="0"/>
            </a:srgbClr>
          </a:solidFill>
          <a:ln w="25400">
            <a:solidFill>
              <a:srgbClr val="5A5A5A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19" name="Shape 17"/>
          <p:cNvSpPr/>
          <p:nvPr/>
        </p:nvSpPr>
        <p:spPr>
          <a:xfrm>
            <a:off x="5673852" y="3305556"/>
            <a:ext cx="502920" cy="502920"/>
          </a:xfrm>
          <a:prstGeom prst="arc">
            <a:avLst/>
          </a:prstGeom>
          <a:solidFill>
            <a:srgbClr val="000000">
              <a:alpha val="0"/>
            </a:srgbClr>
          </a:solidFill>
          <a:ln w="25400">
            <a:solidFill>
              <a:srgbClr val="5A5A5A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27432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5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TARGET AUDIENCE</a:t>
            </a:r>
            <a:endParaRPr lang="en-US" sz="5500" dirty="0"/>
          </a:p>
        </p:txBody>
      </p:sp>
      <p:sp>
        <p:nvSpPr>
          <p:cNvPr id="3" name="Text 1"/>
          <p:cNvSpPr/>
          <p:nvPr/>
        </p:nvSpPr>
        <p:spPr>
          <a:xfrm>
            <a:off x="566928" y="758952"/>
            <a:ext cx="8001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TARGET AUDIENCE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TARGET AUDIENCE          TARGET AUDIENCE          TARGET AUDIENCE          TARGET AUDIENCE          TARGET AUDIENCE          TARGET AUDIENCE          TARGET AUDIENCE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397764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PRIVATE CUSTOMER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270248"/>
            <a:ext cx="2240280" cy="7589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9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לקוחות פרטיים בבנייה או שיפוץ ברמה גבוהה</a:t>
            </a:r>
          </a:p>
          <a:p>
            <a:pPr marL="0" indent="0" algn="l" rtl="1">
              <a:buNone/>
            </a:pPr>
            <a:r>
              <a:rPr lang="en-US" sz="9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הצורך: </a:t>
            </a:r>
            <a:r>
              <a:rPr lang="en-US" sz="9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השראה וביטחון ברכישה.</a:t>
            </a:r>
          </a:p>
          <a:p>
            <a:pPr marL="0" indent="0" algn="l" rtl="1">
              <a:buNone/>
            </a:pPr>
            <a:r>
              <a:rPr lang="en-US" sz="9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מה מכריע: </a:t>
            </a:r>
            <a:r>
              <a:rPr lang="en-US" sz="9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פריט שמגדיר את החלל · איכות לאורך זמן</a:t>
            </a:r>
          </a:p>
        </p:txBody>
      </p:sp>
      <p:sp>
        <p:nvSpPr>
          <p:cNvPr id="10" name="Text 8"/>
          <p:cNvSpPr/>
          <p:nvPr/>
        </p:nvSpPr>
        <p:spPr>
          <a:xfrm>
            <a:off x="3474720" y="397764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ARCHITECT / DESIGNER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4720" y="4270248"/>
            <a:ext cx="2240280" cy="7589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9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אדריכלים ומעצבי פנים</a:t>
            </a:r>
          </a:p>
          <a:p>
            <a:pPr marL="0" indent="0" algn="l" rtl="1">
              <a:buNone/>
            </a:pPr>
            <a:r>
              <a:rPr lang="en-US" sz="9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הצורך: </a:t>
            </a:r>
            <a:r>
              <a:rPr lang="en-US" sz="9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נתונים מדויקים ונקודות מכירה ללקוח הסופי.</a:t>
            </a:r>
          </a:p>
          <a:p>
            <a:pPr marL="0" indent="0" algn="l" rtl="1">
              <a:buNone/>
            </a:pPr>
            <a:r>
              <a:rPr lang="en-US" sz="9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מה מכריע: </a:t>
            </a:r>
            <a:r>
              <a:rPr lang="en-US" sz="9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ייחודיות · סיפור להציג ללקוח · גימורים וזמינות</a:t>
            </a:r>
          </a:p>
        </p:txBody>
      </p:sp>
      <p:sp>
        <p:nvSpPr>
          <p:cNvPr id="12" name="Text 10"/>
          <p:cNvSpPr/>
          <p:nvPr/>
        </p:nvSpPr>
        <p:spPr>
          <a:xfrm>
            <a:off x="6126480" y="397764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SALES / SHOWROOM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126480" y="4270248"/>
            <a:ext cx="2148840" cy="7589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8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למי להמליץ: </a:t>
            </a:r>
            <a:r>
              <a:rPr lang="en-US" sz="8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פרויקט ברמה גבוהה שמחפש ברז לכיור עם עיצוב מוקפד</a:t>
            </a:r>
          </a:p>
          <a:p>
            <a:pPr marL="0" indent="0" algn="l" rtl="1">
              <a:buNone/>
            </a:pPr>
            <a:r>
              <a:rPr lang="en-US" sz="8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איך לפתוח: </a:t>
            </a:r>
            <a:r>
              <a:rPr lang="en-US" sz="8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זה Jacqueline 77201 של GESSI. הקולקציה הראשונה של Gessi שנוצרה משורשי במבוק אמיתי.</a:t>
            </a:r>
          </a:p>
          <a:p>
            <a:pPr marL="0" indent="0" algn="l" rtl="1">
              <a:buNone/>
            </a:pPr>
            <a:r>
              <a:rPr lang="en-US" sz="8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מה להדגיש: </a:t>
            </a:r>
            <a:r>
              <a:rPr lang="en-US" sz="8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סיפור מותג להציג ללקוח. גימור שמשלים את שפת החלל.</a:t>
            </a:r>
          </a:p>
        </p:txBody>
      </p:sp>
      <p:sp>
        <p:nvSpPr>
          <p:cNvPr id="14" name="Text 12"/>
          <p:cNvSpPr/>
          <p:nvPr/>
        </p:nvSpPr>
        <p:spPr>
          <a:xfrm>
            <a:off x="859536" y="359359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11296" y="359359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163056" y="359359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03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27432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BRAND MESSAGING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66928" y="758952"/>
            <a:ext cx="8001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BRAND MESSAGING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BRAND MESSAGING          BRAND MESSAGING          BRAND MESSAGING          BRAND MESSAGING          BRAND MESSAGING          BRAND MESSAGING          BRAND MESSAGING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171907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1.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011680" y="169164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CORE MESSAGE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011680" y="1984248"/>
            <a:ext cx="5669280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GESSI Jacqueline 77201: ברז לכיור</a:t>
            </a:r>
          </a:p>
        </p:txBody>
      </p:sp>
      <p:sp>
        <p:nvSpPr>
          <p:cNvPr id="11" name="Text 9"/>
          <p:cNvSpPr/>
          <p:nvPr/>
        </p:nvSpPr>
        <p:spPr>
          <a:xfrm>
            <a:off x="1627632" y="277063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2.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011680" y="274320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TONE OF VOICE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011680" y="3035808"/>
            <a:ext cx="5669280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אלגנטי · בטוח · שקט · מדויק</a:t>
            </a:r>
          </a:p>
        </p:txBody>
      </p:sp>
      <p:sp>
        <p:nvSpPr>
          <p:cNvPr id="14" name="Text 12"/>
          <p:cNvSpPr/>
          <p:nvPr/>
        </p:nvSpPr>
        <p:spPr>
          <a:xfrm>
            <a:off x="1627632" y="382219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3.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011680" y="379476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KEY BENEFITS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011680" y="4087368"/>
            <a:ext cx="56692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3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1. הקולקציה הראשונה של Gessi שנוצרה משורשי במבוק אמיתי.</a:t>
            </a:r>
          </a:p>
          <a:p>
            <a:pPr marL="0" indent="0" algn="l" rtl="1">
              <a:buNone/>
            </a:pPr>
            <a:r>
              <a:rPr lang="en-US" sz="13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2. כל שורש נבחר ידנית לפי קוטר ומרווח בין הפרקים.</a:t>
            </a:r>
          </a:p>
          <a:p>
            <a:pPr marL="0" indent="0" algn="l" rtl="1">
              <a:buNone/>
            </a:pPr>
            <a:r>
              <a:rPr lang="en-US" sz="13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3. הבמבוק מעובד באדים ומשולב במתכת בעבודת יד. כל פריט ייחודי.</a:t>
            </a:r>
          </a:p>
        </p:txBody>
      </p:sp>
      <p:sp>
        <p:nvSpPr>
          <p:cNvPr id="17" name="Text 15"/>
          <p:cNvSpPr/>
          <p:nvPr/>
        </p:nvSpPr>
        <p:spPr>
          <a:xfrm>
            <a:off x="1627632" y="502920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4.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11680" y="5001768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DO / DON'T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011680" y="5294376"/>
            <a:ext cx="5669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8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לומר: </a:t>
            </a:r>
            <a:r>
              <a:rPr lang="en-US" sz="8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הקולקציה הראשונה של Gessi שנוצרה משורשי במבוק אמיתי.</a:t>
            </a:r>
          </a:p>
          <a:p>
            <a:pPr marL="0" indent="0" algn="l" rtl="1">
              <a:buNone/>
            </a:pPr>
            <a:r>
              <a:rPr lang="en-US" sz="8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לא לומר: </a:t>
            </a:r>
            <a:r>
              <a:rPr lang="en-US" sz="8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טענות ללא מקור, השוואה למתחרים והבטחות שאי אפשר לאמת (הרשימה המלאה ב-sales.md)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27432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STORY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566928" y="758952"/>
            <a:ext cx="8001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STORY &amp; KEY BENEFITS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STORY &amp; KEY BENEFITS          PRODUCT STORY &amp; KEY BENEFITS          PRODUCT STORY &amp; KEY BENEFITS          PRODUCT STORY &amp; KEY BENEFITS          PRODUCT STORY &amp; KEY BENEFITS          PRODUCT STORY &amp; KEY BENEFITS          PRODUCT STORY &amp; KEY BENEFITS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1828800" cy="2468880"/>
          </a:xfrm>
          <a:prstGeom prst="rect">
            <a:avLst/>
          </a:prstGeom>
          <a:solidFill>
            <a:srgbClr val="111111">
              <a:alpha val="92000"/>
            </a:srgbClr>
          </a:solidFill>
          <a:ln w="15240">
            <a:solidFill>
              <a:srgbClr val="5A5A5A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2971800" y="178308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THE STORY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71800" y="2075688"/>
            <a:ext cx="1874520" cy="8961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1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Haute couture לחדר הרחצה. חומר טבעי, יד אומן, ואין שניים זהים. הקולקציה הראשונה של Gessi שנוצרה משורשי במבוק אמיתי.</a:t>
            </a:r>
          </a:p>
        </p:txBody>
      </p:sp>
      <p:sp>
        <p:nvSpPr>
          <p:cNvPr id="13" name="Shape 11"/>
          <p:cNvSpPr/>
          <p:nvPr/>
        </p:nvSpPr>
        <p:spPr>
          <a:xfrm>
            <a:off x="4983480" y="2240280"/>
            <a:ext cx="384048" cy="384048"/>
          </a:xfrm>
          <a:prstGeom prst="chevron">
            <a:avLst/>
          </a:prstGeom>
          <a:solidFill>
            <a:srgbClr val="5A5A5A"/>
          </a:solidFill>
          <a:ln w="12700">
            <a:solidFill>
              <a:srgbClr val="5A5A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2"/>
          <p:cNvSpPr/>
          <p:nvPr/>
        </p:nvSpPr>
        <p:spPr>
          <a:xfrm>
            <a:off x="5440680" y="2240280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FACT → BENEFIT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40680" y="2532888"/>
            <a:ext cx="2423160" cy="8961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8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הקולקציה הראשונה של Gessi שנוצרה משורשי במבוק אמיתי </a:t>
            </a:r>
            <a:r>
              <a:rPr lang="en-US" sz="8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← סיפור מותג להציג ללקוח</a:t>
            </a:r>
          </a:p>
          <a:p>
            <a:pPr marL="0" indent="0" algn="l" rtl="1">
              <a:buNone/>
            </a:pPr>
            <a:r>
              <a:rPr lang="en-US" sz="8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726 – Warm Bronze Br. PVD </a:t>
            </a:r>
            <a:r>
              <a:rPr lang="en-US" sz="8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← גימור שמשלים את שפת החלל</a:t>
            </a:r>
          </a:p>
          <a:p>
            <a:pPr marL="0" indent="0" algn="l" rtl="1">
              <a:buNone/>
            </a:pPr>
            <a:r>
              <a:rPr lang="en-US" sz="8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Low spout without waste · With connecting flexibles · Horn-effect lever · Swivel spout </a:t>
            </a:r>
            <a:r>
              <a:rPr lang="en-US" sz="8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← נוחות בשימוש היומיומי</a:t>
            </a:r>
          </a:p>
        </p:txBody>
      </p:sp>
      <p:sp>
        <p:nvSpPr>
          <p:cNvPr id="16" name="Shape 14"/>
          <p:cNvSpPr/>
          <p:nvPr/>
        </p:nvSpPr>
        <p:spPr>
          <a:xfrm>
            <a:off x="3931920" y="4023360"/>
            <a:ext cx="384048" cy="384048"/>
          </a:xfrm>
          <a:prstGeom prst="chevron">
            <a:avLst/>
          </a:prstGeom>
          <a:solidFill>
            <a:srgbClr val="5A5A5A"/>
          </a:solidFill>
          <a:ln w="12700">
            <a:solidFill>
              <a:srgbClr val="5A5A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4434840" y="38862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3 KEY BENEFITS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434840" y="4178808"/>
            <a:ext cx="320040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1. סיפור מותג להציג ללקוח</a:t>
            </a:r>
          </a:p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2. גימור שמשלים את שפת החלל</a:t>
            </a:r>
          </a:p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3. נוחות בשימוש היומיומי</a:t>
            </a:r>
          </a:p>
        </p:txBody>
      </p:sp>
      <p:pic>
        <p:nvPicPr>
          <p:cNvPr id="19" name="Picture 18" descr="gessi-jacqueline-77201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4884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27432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SELLER CHEAT SHEET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566928" y="758952"/>
            <a:ext cx="8001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SELLER CHEAT SHEET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SELLER CHEAT SHEET          SELLER CHEAT SHEET          SELLER CHEAT SHEET          SELLER CHEAT SHEET          SELLER CHEAT SHEET          SELLER CHEAT SHEET          SELLER CHEAT SHEET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914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0" b="1" dirty="0">
                <a:solidFill>
                  <a:srgbClr val="5A5A5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1.</a:t>
            </a:r>
            <a:endParaRPr lang="en-US" sz="8400" dirty="0"/>
          </a:p>
        </p:txBody>
      </p:sp>
      <p:sp>
        <p:nvSpPr>
          <p:cNvPr id="10" name="Text 8"/>
          <p:cNvSpPr/>
          <p:nvPr/>
        </p:nvSpPr>
        <p:spPr>
          <a:xfrm>
            <a:off x="1783080" y="28346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WHEN TO RECOMMEND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783080" y="3310128"/>
            <a:ext cx="16002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0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פרויקט ברמה גבוהה שמחפש ברז לכיור עם עיצוב מוקפד</a:t>
            </a:r>
          </a:p>
          <a:p>
            <a:pPr marL="0" indent="0" algn="l" rtl="1">
              <a:buNone/>
            </a:pPr>
            <a:r>
              <a:rPr lang="en-US" sz="10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אדריכלים ומעצבי פנים</a:t>
            </a:r>
          </a:p>
          <a:p>
            <a:pPr marL="0" indent="0" algn="l" rtl="1">
              <a:buNone/>
            </a:pPr>
            <a:r>
              <a:rPr lang="en-US" sz="10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חלל שבו ברז לכיור הוא פריט שמגדיר</a:t>
            </a:r>
          </a:p>
          <a:p>
            <a:pPr marL="0" indent="0" algn="l" rtl="1">
              <a:buNone/>
            </a:pPr>
            <a:r>
              <a:rPr lang="en-US" sz="10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לקוח שמבקש GESSI</a:t>
            </a:r>
          </a:p>
        </p:txBody>
      </p:sp>
      <p:sp>
        <p:nvSpPr>
          <p:cNvPr id="12" name="Text 10"/>
          <p:cNvSpPr/>
          <p:nvPr/>
        </p:nvSpPr>
        <p:spPr>
          <a:xfrm>
            <a:off x="3383280" y="2331720"/>
            <a:ext cx="914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0" b="1" dirty="0">
                <a:solidFill>
                  <a:srgbClr val="5A5A5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2.</a:t>
            </a:r>
            <a:endParaRPr lang="en-US" sz="8400" dirty="0"/>
          </a:p>
        </p:txBody>
      </p:sp>
      <p:sp>
        <p:nvSpPr>
          <p:cNvPr id="14" name="Text 12"/>
          <p:cNvSpPr/>
          <p:nvPr/>
        </p:nvSpPr>
        <p:spPr>
          <a:xfrm>
            <a:off x="4617720" y="28346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HOW TO PRESENT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617720" y="3310128"/>
            <a:ext cx="16002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9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פתיח: </a:t>
            </a:r>
            <a:r>
              <a:rPr lang="en-US" sz="9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זה Jacqueline 77201 של GESSI. הקולקציה הראשונה של Gessi שנוצרה משורשי במבוק אמיתי.</a:t>
            </a:r>
          </a:p>
          <a:p>
            <a:pPr marL="0" indent="0" algn="l" rtl="1">
              <a:buNone/>
            </a:pPr>
            <a:r>
              <a:rPr lang="en-US" sz="9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ללקוח הפרטי: </a:t>
            </a:r>
            <a:r>
              <a:rPr lang="en-US" sz="9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סיפור מותג להציג ללקוח. גימור שמשלים את שפת החלל.</a:t>
            </a:r>
          </a:p>
          <a:p>
            <a:pPr marL="0" indent="0" algn="l" rtl="1">
              <a:buNone/>
            </a:pPr>
            <a:r>
              <a:rPr lang="en-US" sz="9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לאדריכלים ומעצבים: </a:t>
            </a:r>
            <a:r>
              <a:rPr lang="en-US" sz="9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יצרנית איטלקית של ברזים ופתרונות Wellness לחדר הרחצה. MODY – יבואן בלעדי בישראל.</a:t>
            </a:r>
          </a:p>
        </p:txBody>
      </p:sp>
      <p:sp>
        <p:nvSpPr>
          <p:cNvPr id="16" name="Text 14"/>
          <p:cNvSpPr/>
          <p:nvPr/>
        </p:nvSpPr>
        <p:spPr>
          <a:xfrm>
            <a:off x="6217920" y="2331720"/>
            <a:ext cx="914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0" b="1" dirty="0">
                <a:solidFill>
                  <a:srgbClr val="5A5A5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3.</a:t>
            </a:r>
            <a:endParaRPr lang="en-US" sz="8400" dirty="0"/>
          </a:p>
        </p:txBody>
      </p:sp>
      <p:sp>
        <p:nvSpPr>
          <p:cNvPr id="18" name="Text 16"/>
          <p:cNvSpPr/>
          <p:nvPr/>
        </p:nvSpPr>
        <p:spPr>
          <a:xfrm>
            <a:off x="7452360" y="28346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WHAT TO REMEMBER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452360" y="3310128"/>
            <a:ext cx="16002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9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"זה Jacqueline 77201 של GESSI. הקולקציה הראשונה של Gessi שנוצרה משורשי במבוק אמיתי."</a:t>
            </a:r>
          </a:p>
          <a:p>
            <a:pPr marL="0" indent="0" algn="l" rtl="1">
              <a:buNone/>
            </a:pPr>
            <a:r>
              <a:rPr lang="en-US" sz="9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"סיפור מותג להציג ללקוח. הקולקציה הראשונה של Gessi שנוצרה משורשי במבוק אמיתי."</a:t>
            </a:r>
          </a:p>
          <a:p>
            <a:pPr marL="0" indent="0" algn="l" rtl="1">
              <a:buNone/>
            </a:pPr>
            <a:r>
              <a:rPr lang="en-US" sz="9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"גימור שמשלים את שפת החלל. גימור: 726 – Warm Bronze Br. PVD."</a:t>
            </a:r>
          </a:p>
          <a:p>
            <a:pPr marL="0" indent="0" algn="l" rtl="1">
              <a:buNone/>
            </a:pPr>
            <a:r>
              <a:rPr lang="en-US" sz="9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לא להמציא: </a:t>
            </a:r>
            <a:r>
              <a:rPr lang="en-US" sz="9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טענות ללא מקור, השוואה למתחרים והבטחות שאי אפשר לאמת (הרשימה המלאה ב-sales.md)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27432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LAUNCH PLAN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758952"/>
            <a:ext cx="8001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LAUNCH PLAN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LAUNCH PLAN          LAUNCH PLAN          LAUNCH PLAN          LAUNCH PLAN          LAUNCH PLAN          LAUNCH PLAN          LAUNCH PLAN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01168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" y="2432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ASSETS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" y="2788920"/>
            <a:ext cx="164592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2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landing.html (דף מוצר) · launch.pptx · landing.md · sales.md · מפרט מאומת מהקובץ</a:t>
            </a:r>
          </a:p>
          <a:p>
            <a:pPr marL="0" indent="0" algn="l" rtl="1">
              <a:buNone/>
            </a:pPr>
            <a:r>
              <a:rPr lang="en-US" sz="12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סטטוס: </a:t>
            </a:r>
            <a:r>
              <a:rPr lang="en-US" sz="12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מוכן לרינדור סופי</a:t>
            </a:r>
          </a:p>
        </p:txBody>
      </p:sp>
      <p:sp>
        <p:nvSpPr>
          <p:cNvPr id="11" name="Text 9"/>
          <p:cNvSpPr/>
          <p:nvPr/>
        </p:nvSpPr>
        <p:spPr>
          <a:xfrm>
            <a:off x="2715768" y="201168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715768" y="2432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ENABLEMENT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715768" y="2788920"/>
            <a:ext cx="164592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sales.md ושקף כלים למכירה זמינים לצוות המכירות · מסרים מאושרים מחבילת ההשקה</a:t>
            </a:r>
          </a:p>
        </p:txBody>
      </p:sp>
      <p:sp>
        <p:nvSpPr>
          <p:cNvPr id="14" name="Text 12"/>
          <p:cNvSpPr/>
          <p:nvPr/>
        </p:nvSpPr>
        <p:spPr>
          <a:xfrm>
            <a:off x="4773168" y="201168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73168" y="2432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CHANNELS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73168" y="2788920"/>
            <a:ext cx="164592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[חסר: launch_plan.channels – לבדיקה]</a:t>
            </a:r>
          </a:p>
        </p:txBody>
      </p:sp>
      <p:sp>
        <p:nvSpPr>
          <p:cNvPr id="17" name="Text 15"/>
          <p:cNvSpPr/>
          <p:nvPr/>
        </p:nvSpPr>
        <p:spPr>
          <a:xfrm>
            <a:off x="6830568" y="201168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30568" y="2432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MEASURE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30568" y="2788920"/>
            <a:ext cx="164592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[חסר: launch_plan.measure – לבדיקה]</a:t>
            </a:r>
          </a:p>
        </p:txBody>
      </p:sp>
      <p:sp>
        <p:nvSpPr>
          <p:cNvPr id="20" name="Shape 18"/>
          <p:cNvSpPr/>
          <p:nvPr/>
        </p:nvSpPr>
        <p:spPr>
          <a:xfrm>
            <a:off x="658368" y="4754880"/>
            <a:ext cx="7818120" cy="0"/>
          </a:xfrm>
          <a:prstGeom prst="line">
            <a:avLst/>
          </a:prstGeom>
          <a:noFill/>
          <a:ln w="1016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658368" y="50474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NEXT STEP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965960" y="5056632"/>
            <a:ext cx="58521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9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אחראי: מנהל/ת מוצר  |  סטטוס: מאומת, ניתן לפרסום  |  תאריך השקה: [חסר: launch_plan.launch_date – לבדיקה]  |  החלטות פתוחות: [חסר: technical.flow_rate_lpm – לבדיקה] · [חסר: technical.installation_type – לבדיקה]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Display ExtraCondense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Hebrew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665</Words>
  <Application>Microsoft Macintosh PowerPoint</Application>
  <PresentationFormat>‫הצגה על המסך (4:3)</PresentationFormat>
  <Paragraphs>151</Paragraphs>
  <Slides>8</Slides>
  <Notes>8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8</vt:i4>
      </vt:variant>
    </vt:vector>
  </HeadingPairs>
  <TitlesOfParts>
    <vt:vector size="13" baseType="lpstr">
      <vt:lpstr>Arial</vt:lpstr>
      <vt:lpstr>Noto Sans</vt:lpstr>
      <vt:lpstr>Noto Sans Display ExtraCondensed</vt:lpstr>
      <vt:lpstr>Noto Sans Hebrew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MODY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MODY GTM Product Launch Template</dc:title>
  <dc:subject>MODY Internal GTM Product Launch Template</dc:subject>
  <dc:creator>OpenAI</dc:creator>
  <cp:lastModifiedBy>Ilana Estrin</cp:lastModifiedBy>
  <cp:revision>2</cp:revision>
  <dcterms:created xsi:type="dcterms:W3CDTF">2026-09-25T16:46:14Z</dcterms:created>
  <dcterms:modified xsi:type="dcterms:W3CDTF">2026-09-25T17:22:39Z</dcterms:modified>
</cp:coreProperties>
</file>