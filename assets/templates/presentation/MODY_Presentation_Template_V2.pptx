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315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00" b="1" dirty="0">
                <a:solidFill>
                  <a:srgbClr val="EAEAE7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MARKET</a:t>
            </a:r>
            <a:endParaRPr lang="en-US" sz="5500" dirty="0"/>
          </a:p>
        </p:txBody>
      </p:sp>
      <p:pic>
        <p:nvPicPr>
          <p:cNvPr id="3" name="Image 0" descr="/mnt/data/צילום מסך 2026-09-24 ב-23.05.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932688"/>
            <a:ext cx="1371600" cy="4454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58200" y="548640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LAUNCH DECK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229600" y="260604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שם המוצר / קטגוריה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863840" y="312724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משפט קצר שמגדיר את ההשקה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759952" y="3730752"/>
            <a:ext cx="2523744" cy="0"/>
          </a:xfrm>
          <a:prstGeom prst="line">
            <a:avLst/>
          </a:prstGeom>
          <a:noFill/>
          <a:ln w="16510">
            <a:solidFill>
              <a:srgbClr val="E21B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4956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429000" y="4956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172200" y="4956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915400" y="4956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58368" y="5230368"/>
            <a:ext cx="108813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A81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PLAN</a:t>
            </a:r>
            <a:endParaRPr lang="en-US" sz="5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EAEAE7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VISION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2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SECTION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144000" y="2743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58368" y="24231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כותרת פרק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1965960" y="3246120"/>
            <a:ext cx="8275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משפט אחד שמסביר את מטרת הפרק או ה־takeaway המרכזי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83480" y="4005072"/>
            <a:ext cx="2212848" cy="0"/>
          </a:xfrm>
          <a:prstGeom prst="line">
            <a:avLst/>
          </a:prstGeom>
          <a:noFill/>
          <a:ln w="19050">
            <a:solidFill>
              <a:srgbClr val="E21B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5230368"/>
            <a:ext cx="10927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A81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כותרת פרק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1091672" y="6419088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AEAE7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2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CONTENT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144000" y="2743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123444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כותרת שקף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071616" y="1444752"/>
            <a:ext cx="0" cy="3246120"/>
          </a:xfrm>
          <a:prstGeom prst="line">
            <a:avLst/>
          </a:prstGeom>
          <a:noFill/>
          <a:ln w="10160">
            <a:solidFill>
              <a:srgbClr val="D9D9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217627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כותרת אזור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872216" y="2569464"/>
            <a:ext cx="411480" cy="0"/>
          </a:xfrm>
          <a:prstGeom prst="line">
            <a:avLst/>
          </a:prstGeom>
          <a:noFill/>
          <a:ln w="15240">
            <a:solidFill>
              <a:srgbClr val="E21B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743200"/>
            <a:ext cx="470001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טקסט קצר שמסביר את הנקודה המרכזית. ניתן להחליף בבולטים או בפסקה אחת.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217627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כותרת אזור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74920" y="2569464"/>
            <a:ext cx="411480" cy="0"/>
          </a:xfrm>
          <a:prstGeom prst="line">
            <a:avLst/>
          </a:prstGeom>
          <a:noFill/>
          <a:ln w="15240">
            <a:solidFill>
              <a:srgbClr val="E21B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43200"/>
            <a:ext cx="470916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טקסט קצר שמסביר את הנקודה המרכזית. ניתן להחליף בבולטים או בפסקה אחת.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8368" y="5230368"/>
            <a:ext cx="10927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A81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כותרת שקף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1091672" y="6419088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EAEAE7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AUDIENCE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2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AUDIENCE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144000" y="2743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406640" y="11338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כותרת שקף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13232" y="190195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" y="234086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כותרת קבוצה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71800" y="2724912"/>
            <a:ext cx="438912" cy="0"/>
          </a:xfrm>
          <a:prstGeom prst="line">
            <a:avLst/>
          </a:prstGeom>
          <a:noFill/>
          <a:ln w="15240">
            <a:solidFill>
              <a:srgbClr val="E21B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999232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תיאור קצר של קהל היעד, הצורך שלו ומה חשוב לו בבחירה.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050792" y="190195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50792" y="234086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כותרת קבוצה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2724912"/>
            <a:ext cx="438912" cy="0"/>
          </a:xfrm>
          <a:prstGeom prst="line">
            <a:avLst/>
          </a:prstGeom>
          <a:noFill/>
          <a:ln w="15240">
            <a:solidFill>
              <a:srgbClr val="E21B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50792" y="2999232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תיאור קצר של קהל היעד, הצורך שלו ומה חשוב לו בבחירה.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88352" y="190195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88352" y="234086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כותרת קבוצה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46920" y="2724912"/>
            <a:ext cx="438912" cy="0"/>
          </a:xfrm>
          <a:prstGeom prst="line">
            <a:avLst/>
          </a:prstGeom>
          <a:noFill/>
          <a:ln w="15240">
            <a:solidFill>
              <a:srgbClr val="E21B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88352" y="2999232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תיאור קצר של קהל היעד, הצורך שלו ומה חשוב לו בבחירה.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8368" y="5230368"/>
            <a:ext cx="10927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A81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קהל יעד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11091672" y="6419088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900" b="1" dirty="0">
                <a:solidFill>
                  <a:srgbClr val="EAEAE7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MESSAGING</a:t>
            </a:r>
            <a:endParaRPr lang="en-US" sz="4900" dirty="0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2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MESSAGE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144000" y="2743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406640" y="11704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כותרת שקף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27080" y="1847088"/>
            <a:ext cx="310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E2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920240" y="2514600"/>
            <a:ext cx="9006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משפט מרכזי / Consumer Insight / מסר מותג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4956048" y="3529584"/>
            <a:ext cx="2304288" cy="0"/>
          </a:xfrm>
          <a:prstGeom prst="line">
            <a:avLst/>
          </a:prstGeom>
          <a:noFill/>
          <a:ln w="16510">
            <a:solidFill>
              <a:srgbClr val="E21B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3822192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שורת הסבר קצרה שתומכת במסר המרכזי ומשאירה את השקף נקי.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5230368"/>
            <a:ext cx="10927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A81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מסר מותג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1091672" y="6419088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EAEAE7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STORY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2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PRODUCT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144000" y="2743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713232" y="1389888"/>
            <a:ext cx="5806440" cy="3438144"/>
          </a:xfrm>
          <a:prstGeom prst="rect">
            <a:avLst/>
          </a:prstGeom>
          <a:solidFill>
            <a:srgbClr val="ECECE8"/>
          </a:solidFill>
          <a:ln w="8890">
            <a:solidFill>
              <a:srgbClr val="D9D9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999232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תמונת מוצר / Lifestyle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995160" y="13990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כותרת שקף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995160" y="221284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כותרת אזור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835640" y="2606040"/>
            <a:ext cx="411480" cy="0"/>
          </a:xfrm>
          <a:prstGeom prst="line">
            <a:avLst/>
          </a:prstGeom>
          <a:noFill/>
          <a:ln w="15240">
            <a:solidFill>
              <a:srgbClr val="E21B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95160" y="2779776"/>
            <a:ext cx="42519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טקסט תומך קצר. כאן אפשר לשלב ערך מוסף, יתרונות או הסבר על המוצר.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8368" y="5230368"/>
            <a:ext cx="10927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A81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סיפור מוצר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1091672" y="6419088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AEAE7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STRATEGY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2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LAUNCH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144000" y="2743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406640" y="113385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כותרת שקף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993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8368" y="241401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שם שלב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41448" y="2788920"/>
            <a:ext cx="429768" cy="0"/>
          </a:xfrm>
          <a:prstGeom prst="line">
            <a:avLst/>
          </a:prstGeom>
          <a:noFill/>
          <a:ln w="14605">
            <a:solidFill>
              <a:srgbClr val="E21B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044952"/>
            <a:ext cx="2212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תיאור קצר מאוד של הפעולה או הערוץ.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3456432" y="1993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56432" y="241401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שם שלב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239512" y="2788920"/>
            <a:ext cx="429768" cy="0"/>
          </a:xfrm>
          <a:prstGeom prst="line">
            <a:avLst/>
          </a:prstGeom>
          <a:noFill/>
          <a:ln w="14605">
            <a:solidFill>
              <a:srgbClr val="E21B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3044952"/>
            <a:ext cx="2212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תיאור קצר מאוד של הפעולה או הערוץ.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6254496" y="1993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54496" y="241401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שם שלב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37576" y="2788920"/>
            <a:ext cx="429768" cy="0"/>
          </a:xfrm>
          <a:prstGeom prst="line">
            <a:avLst/>
          </a:prstGeom>
          <a:noFill/>
          <a:ln w="14605">
            <a:solidFill>
              <a:srgbClr val="E21B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3044952"/>
            <a:ext cx="2212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תיאור קצר מאוד של הפעולה או הערוץ.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9052560" y="1993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52560" y="241401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שם שלב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835640" y="2788920"/>
            <a:ext cx="429768" cy="0"/>
          </a:xfrm>
          <a:prstGeom prst="line">
            <a:avLst/>
          </a:prstGeom>
          <a:noFill/>
          <a:ln w="14605">
            <a:solidFill>
              <a:srgbClr val="E21B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0" y="3044952"/>
            <a:ext cx="2212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תיאור קצר מאוד של הפעולה או הערוץ.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658368" y="5230368"/>
            <a:ext cx="10927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A81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השקה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11091672" y="6419088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914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MODY</a:t>
            </a:r>
            <a:endParaRPr lang="en-US" sz="6400" dirty="0"/>
          </a:p>
        </p:txBody>
      </p:sp>
      <p:pic>
        <p:nvPicPr>
          <p:cNvPr id="3" name="Image 0" descr="/mnt/data/צילום מסך 2026-09-24 ב-23.05.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12064"/>
            <a:ext cx="1417320" cy="4602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0" y="2331720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 / NEXT STEP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583680" y="30175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משפט מסכם קצר וברור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823960" y="3703320"/>
            <a:ext cx="2423160" cy="0"/>
          </a:xfrm>
          <a:prstGeom prst="line">
            <a:avLst/>
          </a:prstGeom>
          <a:noFill/>
          <a:ln w="19050">
            <a:solidFill>
              <a:srgbClr val="E21B2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5212080"/>
            <a:ext cx="10881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E2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8" name="Text 5"/>
          <p:cNvSpPr/>
          <p:nvPr/>
        </p:nvSpPr>
        <p:spPr>
          <a:xfrm>
            <a:off x="11091672" y="6419088"/>
            <a:ext cx="438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MODY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MODY GTM Presentation Template — V2</dc:title>
  <dc:subject>MODY internal GTM template</dc:subject>
  <dc:creator>OpenAI</dc:creator>
  <cp:lastModifiedBy>OpenAI</cp:lastModifiedBy>
  <cp:revision>1</cp:revision>
  <dcterms:created xsi:type="dcterms:W3CDTF">2026-09-24T20:21:46Z</dcterms:created>
  <dcterms:modified xsi:type="dcterms:W3CDTF">2026-09-24T20:21:46Z</dcterms:modified>
</cp:coreProperties>
</file>